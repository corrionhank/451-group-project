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81220"/>
          </a:solidFill>
          <a:ln w="12700">
            <a:solidFill>
              <a:srgbClr val="0812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0"/>
            <a:ext cx="54864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 &amp; UI-Based System Validation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3657600" cy="0"/>
          </a:xfrm>
          <a:prstGeom prst="line">
            <a:avLst/>
          </a:prstGeom>
          <a:noFill/>
          <a:ln w="19050">
            <a:solidFill>
              <a:srgbClr val="2E9C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Muath Alsawaier   |   Hank Corrion   |   Michael Watson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WSU CS 451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0" y="777240"/>
            <a:ext cx="42976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68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 Equipment Booking System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Flask + SQLite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relational tables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Web-based single page app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Role-based (student, researcher, admin)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Objectives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80160"/>
            <a:ext cx="39319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full database schema with constraints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all business rules at DB + app layer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edge cases and failure scenarios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normalization (1NF → 5NF)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demo a functional web UI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12+ CRUD queries with real scenarios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10 advanced JOIN queries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 Walkthrough — Sprint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1645920" cy="347472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1645920" cy="356616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749808"/>
            <a:ext cx="164592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749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1115568"/>
            <a:ext cx="1645920" cy="356616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749808"/>
            <a:ext cx="1645920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749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115568"/>
            <a:ext cx="1645920" cy="356616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749808"/>
            <a:ext cx="1645920" cy="3474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749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0" y="1115568"/>
            <a:ext cx="1645920" cy="356616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749808"/>
            <a:ext cx="16459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74980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115568"/>
            <a:ext cx="1645920" cy="356616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78624" y="1188720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188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78624" y="1517904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0" y="15179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78624" y="1847088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18470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78624" y="2176272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0" y="2176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78624" y="2505456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0" y="25054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Queries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78624" y="2834640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78624" y="3163824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15200" y="31638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78624" y="3493008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0" y="34930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78624" y="3822192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38221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278624" y="4151376"/>
            <a:ext cx="15361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0" y="41513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Report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sprint items completed and moved to Done by submission date.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 — Schema &amp; Constraints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161288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PK · first_name · last_name · email UNIQUE · password_hash · role CHECK · is_verified · created_at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743200" cy="34747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777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1161288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 PK → Users(user_id) ON DELETE CASCADE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77240"/>
            <a:ext cx="2743200" cy="347472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777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36208" y="1161288"/>
            <a:ext cx="25237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equipment_id PK · name · description · serial_number UNIQUE · tags · availability CHECK · building · room_no · created_at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34640"/>
            <a:ext cx="416052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218688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PK · user_id FK CASCADE · equipment_id FK CASCADE · approved_by FK SET NULL · start_time · end_time · status CHECK · created_at · CHECK(end_time &gt; start_time)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83464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34640"/>
            <a:ext cx="41605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346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Usage_Log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18888" y="3218688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log_id PK · reservation_id FK UNIQUE SET NULL · actual_start · actual_end · notes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Implementation — Relationships &amp; ON DELETE Rules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109728" cy="676656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77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Admins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15214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— User deleted → Admin record deleted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960120"/>
            <a:ext cx="2743200" cy="329184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96012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91056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591056"/>
            <a:ext cx="109728" cy="676656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664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Reservations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1938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— User deleted → All reservations deleted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1746504"/>
            <a:ext cx="2743200" cy="32918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74650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77440"/>
            <a:ext cx="109728" cy="676656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→ Reservations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27249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— Equipment deleted → All reservations deleted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2532888"/>
            <a:ext cx="2743200" cy="329184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5328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163824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163824"/>
            <a:ext cx="109728" cy="676656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23697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→ Reservations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5112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— Admin deleted → approved_by set to NULL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0" y="3319272"/>
            <a:ext cx="2743200" cy="329184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31927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SET NULL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950208"/>
            <a:ext cx="85953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950208"/>
            <a:ext cx="109728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23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→ Usage_Log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4297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— Reservation deleted → Log kept, FK set NULL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4105656"/>
            <a:ext cx="27432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410565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SET NULL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— 1NF through 5NF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04672"/>
            <a:ext cx="658368" cy="11887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24712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896112"/>
            <a:ext cx="3364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attributes are atomic. No repeating groups. Every table has a primary key. The tags column in Equipment stores a single text string, not a multi-value field.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04672"/>
            <a:ext cx="658368" cy="118872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24712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04688" y="896112"/>
            <a:ext cx="3364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use single-column primary keys so there are no partial dependencies. Every non-key column depends on the full primary key.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3055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30552"/>
            <a:ext cx="658368" cy="118872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50592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4128" y="2221992"/>
            <a:ext cx="3364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dependencies. For example, building and room_no describe the equipment directly, not through another non-key attribute.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30552"/>
            <a:ext cx="658368" cy="118872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50592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BCNF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04688" y="2221992"/>
            <a:ext cx="3364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determinant is a candidate key. The Admins table ensures only valid admin user_ids can appear in the approved_by column, eliminating anomalies.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45643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56432"/>
            <a:ext cx="658368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776472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4NF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4128" y="3547872"/>
            <a:ext cx="3364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multi-valued dependencies. Each table represents a single concept with no independent multi-valued facts about the same entity.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456432"/>
            <a:ext cx="4206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456432"/>
            <a:ext cx="658368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776472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5NF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04688" y="3547872"/>
            <a:ext cx="3364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 dependencies that aren't implied by keys. All relationships are captured directly via foreign keys with no hidden decomposition needed.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 Diagrams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274320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216152"/>
            <a:ext cx="2468880" cy="274320"/>
          </a:xfrm>
          <a:prstGeom prst="rect">
            <a:avLst/>
          </a:prstGeom>
          <a:solidFill>
            <a:srgbClr val="FFF3CD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16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user_id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1490472"/>
            <a:ext cx="0" cy="164592"/>
          </a:xfrm>
          <a:prstGeom prst="line">
            <a:avLst/>
          </a:prstGeom>
          <a:noFill/>
          <a:ln w="1905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6733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  ·  last_name  ·  email  ·  password_hash  ·  role  ·  is_verified  ·  created_at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804672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804672"/>
            <a:ext cx="2743200" cy="347472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804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37560" y="1216152"/>
            <a:ext cx="2468880" cy="274320"/>
          </a:xfrm>
          <a:prstGeom prst="rect">
            <a:avLst/>
          </a:prstGeom>
          <a:solidFill>
            <a:srgbClr val="FFF3CD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216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admin_id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1490472"/>
            <a:ext cx="0" cy="164592"/>
          </a:xfrm>
          <a:prstGeom prst="line">
            <a:avLst/>
          </a:prstGeom>
          <a:noFill/>
          <a:ln w="19050">
            <a:solidFill>
              <a:srgbClr val="2E9C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6733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Users(user_id)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804672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804672"/>
            <a:ext cx="2743200" cy="347472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8046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216152"/>
            <a:ext cx="2468880" cy="274320"/>
          </a:xfrm>
          <a:prstGeom prst="rect">
            <a:avLst/>
          </a:prstGeom>
          <a:solidFill>
            <a:srgbClr val="FFF3CD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2161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equipment_id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43800" y="1490472"/>
            <a:ext cx="0" cy="164592"/>
          </a:xfrm>
          <a:prstGeom prst="line">
            <a:avLst/>
          </a:prstGeom>
          <a:noFill/>
          <a:ln w="19050">
            <a:solidFill>
              <a:srgbClr val="2D9B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167335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·  description  ·  serial_number  ·  tags  ·  availability  ·  building  ·  room_no  ·  created_at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907792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2907792"/>
            <a:ext cx="274320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907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319272"/>
            <a:ext cx="2468880" cy="274320"/>
          </a:xfrm>
          <a:prstGeom prst="rect">
            <a:avLst/>
          </a:prstGeom>
          <a:solidFill>
            <a:srgbClr val="FFF3CD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reservation_id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600200" y="3593592"/>
            <a:ext cx="0" cy="164592"/>
          </a:xfrm>
          <a:prstGeom prst="line">
            <a:avLst/>
          </a:prstGeom>
          <a:noFill/>
          <a:ln w="19050">
            <a:solidFill>
              <a:srgbClr val="7D3C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377647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 ·  equipment_id  ·  approved_by  ·  start_time  ·  end_time  ·  status  ·  created_at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2907792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907792"/>
            <a:ext cx="27432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9077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Usage_Log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37560" y="3319272"/>
            <a:ext cx="2468880" cy="274320"/>
          </a:xfrm>
          <a:prstGeom prst="rect">
            <a:avLst/>
          </a:prstGeom>
          <a:solidFill>
            <a:srgbClr val="FFF3CD"/>
          </a:solidFill>
          <a:ln w="10160">
            <a:solidFill>
              <a:srgbClr val="F0C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log_id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3593592"/>
            <a:ext cx="0" cy="164592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3776472"/>
            <a:ext cx="2523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 ·  actual_start  ·  actual_end  ·  notes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77240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601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83210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admins can approve reservations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124712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approved_by FK → Admins table. Non-admin user_ids structurally rejected.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777240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777240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9601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48072" y="83210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auto-added to Admins table on insert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48072" y="1124712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fires AFTER INSERT on Users WHERE role = 'admin'.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581912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581912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7647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163677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time must be after start 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192938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(end_time &gt; start_time) constraint on Reservations.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1581912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1581912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176479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48072" y="163677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equipment cannot be booked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48072" y="1929384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App-layer check on availability before INSERT into Reservations.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386584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386584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5694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24414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reservations for same equipment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" y="2734056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query checks pending/approved reservations before INSERT.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90872" y="2386584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2386584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256946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48072" y="24414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must reference valid user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48072" y="2734056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(user_id) REFERENCES Users NOT NULL.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191256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191256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337413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3232" y="324612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must reference valid equipment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" y="3538728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(equipment_id) REFERENCES Equipment NOT NULL.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90872" y="3191256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90872" y="3191256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90872" y="337413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48072" y="324612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user/equipment cascades to reservations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48072" y="3538728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on fk_res_user and fk_res_equipment.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6032" y="399592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56032" y="3995928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" y="417880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13232" y="405079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reservation auto-creates Usage Log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3232" y="4343400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App-layer trigger on status = 'completed' inserts into Usage_Log.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90872" y="399592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90872" y="3995928"/>
            <a:ext cx="384048" cy="71323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0872" y="417880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148072" y="405079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emails rejected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48072" y="4343400"/>
            <a:ext cx="3621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NOT NULL constraint on Users.email.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Failure Handling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77240"/>
            <a:ext cx="4206240" cy="292608"/>
          </a:xfrm>
          <a:prstGeom prst="rect">
            <a:avLst/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7772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Book unavailable equipment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11064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wrong: Reservation created for broken equipment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136245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handled: Availability check rejects insert, error shown in 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90872" y="777240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777240"/>
            <a:ext cx="4206240" cy="292608"/>
          </a:xfrm>
          <a:prstGeom prst="rect">
            <a:avLst/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7772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Overlapping reservation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82312" y="110642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wrong: Double booking for same time slot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82312" y="1362456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handled: Overlap query detects conflict, reservation rejected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801368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801368"/>
            <a:ext cx="4206240" cy="292608"/>
          </a:xfrm>
          <a:prstGeom prst="rect">
            <a:avLst/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8013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End time before start 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" y="2130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wrong: Negative duration, broken logic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23865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handled: CHECK constraint rejects at DB level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90872" y="1801368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1801368"/>
            <a:ext cx="4206240" cy="292608"/>
          </a:xfrm>
          <a:prstGeom prst="rect">
            <a:avLst/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80136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Non-admin approves reservation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82312" y="213055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wrong: Unauthorized approval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82312" y="2386584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handled: approved_by FK only accepts Admins table entries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25496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825496"/>
            <a:ext cx="4206240" cy="292608"/>
          </a:xfrm>
          <a:prstGeom prst="rect">
            <a:avLst/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82549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Delete user with reservations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7472" y="31546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wrong: Orphaned reservations in DB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" y="34107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handled: ON DELETE CASCADE removes all linked reservations and logs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90872" y="2825496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2825496"/>
            <a:ext cx="4206240" cy="292608"/>
          </a:xfrm>
          <a:prstGeom prst="rect">
            <a:avLst/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282549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Delete equipment with reservations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82312" y="31546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wrong: Reservations reference missing equipment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82312" y="34107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handled: ON DELETE CASCADE removes all linked reservations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849624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56032" y="3849624"/>
            <a:ext cx="4206240" cy="292608"/>
          </a:xfrm>
          <a:prstGeom prst="rect">
            <a:avLst/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8496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Duplicate email registration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47472" y="417880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wrong: Two accounts, login conflicts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47472" y="44348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handled: UNIQUE NOT NULL on email rejects duplicate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90872" y="3849624"/>
            <a:ext cx="42062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90872" y="3849624"/>
            <a:ext cx="4206240" cy="292608"/>
          </a:xfrm>
          <a:prstGeom prst="rect">
            <a:avLst/>
          </a:prstGeom>
          <a:solidFill>
            <a:srgbClr val="FFF3E0"/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384962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Complete reservation twice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82312" y="4178808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wrong: Duplicate Usage_Log entries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82312" y="44348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handled: UNIQUE on Usage_Log.reservation_id rejects second insert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Demonstration — Features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77240"/>
            <a:ext cx="420624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79576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Users with role enforcement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Equipment with availability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reservations with conflict detection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reservation status and approval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reservations, cascade handled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1179576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Users with role enforcement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Equipment with availability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reservations with conflict detection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reservation status and approval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reservations, cascade handled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777240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777240"/>
            <a:ext cx="4206240" cy="347472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in UI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179576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availability checked before booking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detection with error message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 IDs accepted in approval field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reservation auto-logs to Usage_Log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 rejected with clear error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1179576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availability checked before booking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detection with error message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admin IDs accepted in approval field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reservation auto-logs to Usage_Log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email rejected with clear error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862072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62072"/>
            <a:ext cx="4206240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862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Shown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264408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booking maintenance equipment → error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overlapping reservation → rejected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Non-admin tries to approve → blocked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 with reservations → cascade shown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64408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booking maintenance equipment → error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overlapping reservation → rejected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Non-admin tries to approve → blocked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user with reservations → cascade shown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2862072"/>
            <a:ext cx="420624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862072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862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(10 JOIN Queries)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264408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reservations with user + equipment names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reservations with admin names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currently reserved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logs with duration calculations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per user (GROUP BY)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264408"/>
            <a:ext cx="398678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reservations with user + equipment names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reservations with admin names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currently reserved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logs with duration calculations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per user (GROUP BY)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&amp; Retrospective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Lab Equipment Booking System  |  WSU CS 451  |  Sprint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777240"/>
            <a:ext cx="42062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81728" y="777240"/>
            <a:ext cx="42062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777240"/>
            <a:ext cx="4206240" cy="347472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sprint items completed on time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cleanly enforces all constraints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enforced at both DB and app layer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covers all CRUD operations correctly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advanced JOIN queries working in reports tab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team division of work — no blockers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81728" y="777240"/>
            <a:ext cx="42062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Improve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168" y="1207008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login/authentication for real role enforcement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use of GitHub issues and milestones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tags column into separate Equipment_Tags table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meaningful sample data for demos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UI error messages to be more descriptive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9CCA"/>
          </a:solidFill>
          <a:ln w="12700">
            <a:solidFill>
              <a:srgbClr val="2E9C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0"/>
            <a:ext cx="54864" cy="51435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81220"/>
          </a:solidFill>
          <a:ln w="12700">
            <a:solidFill>
              <a:srgbClr val="0812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Delivered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3200400" cy="0"/>
          </a:xfrm>
          <a:prstGeom prst="line">
            <a:avLst/>
          </a:prstGeom>
          <a:noFill/>
          <a:ln w="19050">
            <a:solidFill>
              <a:srgbClr val="2E9C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9164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database schema with all constraints implemented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rules enforced at DB and application layer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edge cases identified and handled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verified from 1NF through 5NF
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web UI with CRUD + 10 advanced reports
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691640"/>
            <a:ext cx="3108960" cy="1920240"/>
          </a:xfrm>
          <a:prstGeom prst="rect">
            <a:avLst/>
          </a:prstGeom>
          <a:solidFill>
            <a:srgbClr val="152232"/>
          </a:solidFill>
          <a:ln w="1016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0" y="1783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Plan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2176272"/>
            <a:ext cx="2926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+ login system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procedures for log updates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frontend booking flow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0B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 and submission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Muath Alsawaier   |   Hank Corrion   |   Michael Watson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2 — Research Lab Equipment Booking System</dc:title>
  <dc:subject>PptxGenJS Presentation</dc:subject>
  <dc:creator>PptxGenJS</dc:creator>
  <cp:lastModifiedBy>PptxGenJS</cp:lastModifiedBy>
  <cp:revision>1</cp:revision>
  <dcterms:created xsi:type="dcterms:W3CDTF">2026-04-14T05:55:50Z</dcterms:created>
  <dcterms:modified xsi:type="dcterms:W3CDTF">2026-04-14T05:55:50Z</dcterms:modified>
</cp:coreProperties>
</file>